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2" d="100"/>
          <a:sy n="92" d="100"/>
        </p:scale>
        <p:origin x="1190" y="3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69804" cy="6874935"/>
            <a:chOff x="-8466" y="-8468"/>
            <a:chExt cx="9169804" cy="6874935"/>
          </a:xfrm>
        </p:grpSpPr>
        <p:cxnSp>
          <p:nvCxnSpPr>
            <p:cNvPr id="17" name="Straight Connector 16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9" name="Freeform 18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19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20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21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Freeform 22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Freeform 23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24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Freeform 2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0969880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89958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502377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606925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49051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6589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67643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84506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296338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95374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2280689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8097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15937689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9545012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53849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21323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69805" cy="6874935"/>
            <a:chOff x="-8467" y="-8468"/>
            <a:chExt cx="9169805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77231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0297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12/28/2025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68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9" r:id="rId1"/>
    <p:sldLayoutId id="2147483680" r:id="rId2"/>
    <p:sldLayoutId id="2147483681" r:id="rId3"/>
    <p:sldLayoutId id="2147483682" r:id="rId4"/>
    <p:sldLayoutId id="2147483683" r:id="rId5"/>
    <p:sldLayoutId id="2147483684" r:id="rId6"/>
    <p:sldLayoutId id="2147483685" r:id="rId7"/>
    <p:sldLayoutId id="2147483686" r:id="rId8"/>
    <p:sldLayoutId id="2147483687" r:id="rId9"/>
    <p:sldLayoutId id="2147483688" r:id="rId10"/>
    <p:sldLayoutId id="2147483689" r:id="rId11"/>
    <p:sldLayoutId id="2147483690" r:id="rId12"/>
    <p:sldLayoutId id="2147483691" r:id="rId13"/>
    <p:sldLayoutId id="2147483692" r:id="rId14"/>
    <p:sldLayoutId id="2147483693" r:id="rId15"/>
    <p:sldLayoutId id="2147483694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1"/>
            <a:ext cx="6156961" cy="1285702"/>
          </a:xfrm>
        </p:spPr>
        <p:txBody>
          <a:bodyPr>
            <a:normAutofit/>
          </a:bodyPr>
          <a:lstStyle/>
          <a:p>
            <a:pPr algn="ctr" rtl="1"/>
            <a:r>
              <a:rPr sz="2800" dirty="0" err="1">
                <a:cs typeface="B Titr" panose="00000700000000000000" pitchFamily="2" charset="-78"/>
              </a:rPr>
              <a:t>استعداد‌یابی</a:t>
            </a:r>
            <a:r>
              <a:rPr sz="2800" dirty="0">
                <a:cs typeface="B Titr" panose="00000700000000000000" pitchFamily="2" charset="-78"/>
              </a:rPr>
              <a:t> </a:t>
            </a:r>
            <a:r>
              <a:rPr sz="3200" dirty="0" err="1">
                <a:cs typeface="B Titr" panose="00000700000000000000" pitchFamily="2" charset="-78"/>
              </a:rPr>
              <a:t>ورزشی</a:t>
            </a:r>
            <a:r>
              <a:rPr lang="fa-IR" sz="3200" dirty="0">
                <a:cs typeface="B Titr" panose="00000700000000000000" pitchFamily="2" charset="-78"/>
              </a:rPr>
              <a:t> رشته</a:t>
            </a:r>
            <a:r>
              <a:rPr sz="2800" dirty="0">
                <a:cs typeface="B Titr" panose="00000700000000000000" pitchFamily="2" charset="-78"/>
              </a:rPr>
              <a:t> </a:t>
            </a:r>
            <a:r>
              <a:rPr sz="2800" dirty="0" err="1">
                <a:cs typeface="B Titr" panose="00000700000000000000" pitchFamily="2" charset="-78"/>
              </a:rPr>
              <a:t>فوتبال</a:t>
            </a:r>
            <a:r>
              <a:rPr sz="2800" dirty="0">
                <a:cs typeface="B Titr" panose="00000700000000000000" pitchFamily="2" charset="-78"/>
              </a:rPr>
              <a:t> </a:t>
            </a:r>
            <a:br>
              <a:rPr lang="fa-IR" sz="2800" dirty="0">
                <a:cs typeface="B Titr" panose="00000700000000000000" pitchFamily="2" charset="-78"/>
              </a:rPr>
            </a:br>
            <a:r>
              <a:rPr sz="2800" dirty="0" err="1">
                <a:cs typeface="B Titr" panose="00000700000000000000" pitchFamily="2" charset="-78"/>
              </a:rPr>
              <a:t>با</a:t>
            </a:r>
            <a:r>
              <a:rPr sz="2800" dirty="0">
                <a:cs typeface="B Titr" panose="00000700000000000000" pitchFamily="2" charset="-78"/>
              </a:rPr>
              <a:t> </a:t>
            </a:r>
            <a:r>
              <a:rPr sz="2800" dirty="0" err="1">
                <a:cs typeface="B Titr" panose="00000700000000000000" pitchFamily="2" charset="-78"/>
              </a:rPr>
              <a:t>یادگیری</a:t>
            </a:r>
            <a:r>
              <a:rPr sz="2800" dirty="0">
                <a:cs typeface="B Titr" panose="00000700000000000000" pitchFamily="2" charset="-78"/>
              </a:rPr>
              <a:t> </a:t>
            </a:r>
            <a:r>
              <a:rPr sz="2800" dirty="0" err="1">
                <a:cs typeface="B Titr" panose="00000700000000000000" pitchFamily="2" charset="-78"/>
              </a:rPr>
              <a:t>ماشین</a:t>
            </a:r>
            <a:endParaRPr sz="2800"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ctr" rtl="1"/>
            <a:r>
              <a:rPr sz="2000" b="1" dirty="0" err="1">
                <a:cs typeface="B Nazanin" panose="00000400000000000000" pitchFamily="2" charset="-78"/>
              </a:rPr>
              <a:t>دانشجو</a:t>
            </a:r>
            <a:r>
              <a:rPr sz="2000" b="1" dirty="0">
                <a:cs typeface="B Nazanin" panose="00000400000000000000" pitchFamily="2" charset="-78"/>
              </a:rPr>
              <a:t>:</a:t>
            </a:r>
            <a:r>
              <a:rPr lang="en-US"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علی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اللهی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قلی</a:t>
            </a:r>
            <a:endParaRPr sz="2000" b="1" dirty="0">
              <a:cs typeface="B Nazanin" panose="00000400000000000000" pitchFamily="2" charset="-78"/>
            </a:endParaRPr>
          </a:p>
          <a:p>
            <a:pPr algn="ctr" rtl="1"/>
            <a:r>
              <a:rPr lang="fa-IR" sz="2000" b="1" dirty="0">
                <a:cs typeface="B Nazanin" panose="00000400000000000000" pitchFamily="2" charset="-78"/>
              </a:rPr>
              <a:t>شماره دانشجویی </a:t>
            </a:r>
            <a:r>
              <a:rPr lang="en-US" sz="2000" b="1" dirty="0">
                <a:cs typeface="B Nazanin" panose="00000400000000000000" pitchFamily="2" charset="-78"/>
              </a:rPr>
              <a:t>:</a:t>
            </a:r>
            <a:r>
              <a:rPr lang="fa-IR" sz="2000" b="1" dirty="0">
                <a:cs typeface="B Nazanin" panose="00000400000000000000" pitchFamily="2" charset="-78"/>
              </a:rPr>
              <a:t> </a:t>
            </a:r>
            <a:r>
              <a:rPr sz="2000" b="1" dirty="0">
                <a:cs typeface="B Nazanin" panose="00000400000000000000" pitchFamily="2" charset="-78"/>
              </a:rPr>
              <a:t>40112340119097</a:t>
            </a:r>
          </a:p>
          <a:p>
            <a:pPr algn="ctr" rtl="1"/>
            <a:r>
              <a:rPr sz="2000" b="1" dirty="0" err="1">
                <a:cs typeface="B Nazanin" panose="00000400000000000000" pitchFamily="2" charset="-78"/>
              </a:rPr>
              <a:t>دانشگاه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آزاد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اسلامی</a:t>
            </a:r>
            <a:r>
              <a:rPr sz="2000" b="1" dirty="0">
                <a:cs typeface="B Nazanin" panose="00000400000000000000" pitchFamily="2" charset="-78"/>
              </a:rPr>
              <a:t> – </a:t>
            </a:r>
            <a:r>
              <a:rPr sz="2000" b="1" dirty="0" err="1">
                <a:cs typeface="B Nazanin" panose="00000400000000000000" pitchFamily="2" charset="-78"/>
              </a:rPr>
              <a:t>واحد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علوم</a:t>
            </a:r>
            <a:r>
              <a:rPr sz="2000" b="1" dirty="0">
                <a:cs typeface="B Nazanin" panose="00000400000000000000" pitchFamily="2" charset="-78"/>
              </a:rPr>
              <a:t> و </a:t>
            </a:r>
            <a:r>
              <a:rPr sz="2000" b="1" dirty="0" err="1">
                <a:cs typeface="B Nazanin" panose="00000400000000000000" pitchFamily="2" charset="-78"/>
              </a:rPr>
              <a:t>تحقیقات</a:t>
            </a:r>
            <a:endParaRPr sz="2000" b="1" dirty="0">
              <a:cs typeface="B Nazanin" panose="00000400000000000000" pitchFamily="2" charset="-78"/>
            </a:endParaRPr>
          </a:p>
          <a:p>
            <a:pPr algn="ctr" rtl="1"/>
            <a:r>
              <a:rPr sz="2000" b="1" dirty="0" err="1">
                <a:cs typeface="B Nazanin" panose="00000400000000000000" pitchFamily="2" charset="-78"/>
              </a:rPr>
              <a:t>درس</a:t>
            </a:r>
            <a:r>
              <a:rPr sz="2000" b="1" dirty="0">
                <a:cs typeface="B Nazanin" panose="00000400000000000000" pitchFamily="2" charset="-78"/>
              </a:rPr>
              <a:t>: </a:t>
            </a:r>
            <a:r>
              <a:rPr sz="2000" b="1" dirty="0" err="1">
                <a:cs typeface="B Nazanin" panose="00000400000000000000" pitchFamily="2" charset="-78"/>
              </a:rPr>
              <a:t>یادگیری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ماشین</a:t>
            </a:r>
            <a:endParaRPr sz="2000" b="1" dirty="0">
              <a:cs typeface="B Nazanin" panose="00000400000000000000" pitchFamily="2" charset="-78"/>
            </a:endParaRPr>
          </a:p>
          <a:p>
            <a:pPr algn="ctr" rtl="1"/>
            <a:r>
              <a:rPr sz="2000" b="1" dirty="0" err="1">
                <a:cs typeface="B Nazanin" panose="00000400000000000000" pitchFamily="2" charset="-78"/>
              </a:rPr>
              <a:t>استاد</a:t>
            </a:r>
            <a:r>
              <a:rPr sz="2000" b="1" dirty="0">
                <a:cs typeface="B Nazanin" panose="00000400000000000000" pitchFamily="2" charset="-78"/>
              </a:rPr>
              <a:t>: </a:t>
            </a:r>
            <a:r>
              <a:rPr sz="2000" b="1" dirty="0" err="1">
                <a:cs typeface="B Nazanin" panose="00000400000000000000" pitchFamily="2" charset="-78"/>
              </a:rPr>
              <a:t>دکتر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مهدی</a:t>
            </a:r>
            <a:r>
              <a:rPr sz="2000" b="1" dirty="0">
                <a:cs typeface="B Nazanin" panose="00000400000000000000" pitchFamily="2" charset="-78"/>
              </a:rPr>
              <a:t> </a:t>
            </a:r>
            <a:r>
              <a:rPr sz="2000" b="1" dirty="0" err="1">
                <a:cs typeface="B Nazanin" panose="00000400000000000000" pitchFamily="2" charset="-78"/>
              </a:rPr>
              <a:t>اسلامی</a:t>
            </a:r>
            <a:endParaRPr sz="2000" b="1"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>
                <a:cs typeface="B Titr" panose="00000700000000000000" pitchFamily="2" charset="-78"/>
              </a:rPr>
              <a:t>هدف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پروژه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1"/>
            <a:r>
              <a:rPr dirty="0" err="1">
                <a:cs typeface="B Nazanin" panose="00000400000000000000" pitchFamily="2" charset="-78"/>
              </a:rPr>
              <a:t>طراحی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یک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سیستم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آنلاین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استعداد‌یابی</a:t>
            </a:r>
            <a:r>
              <a:rPr lang="fa-IR" dirty="0">
                <a:cs typeface="B Nazanin" panose="00000400000000000000" pitchFamily="2" charset="-78"/>
              </a:rPr>
              <a:t> رشته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فوتبال</a:t>
            </a:r>
            <a:endParaRPr dirty="0">
              <a:cs typeface="B Nazanin" panose="00000400000000000000" pitchFamily="2" charset="-78"/>
            </a:endParaRPr>
          </a:p>
          <a:p>
            <a:pPr algn="ctr" rtl="1"/>
            <a:r>
              <a:rPr dirty="0" err="1">
                <a:cs typeface="B Nazanin" panose="00000400000000000000" pitchFamily="2" charset="-78"/>
              </a:rPr>
              <a:t>استفاده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از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داده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متنی</a:t>
            </a:r>
            <a:r>
              <a:rPr dirty="0">
                <a:cs typeface="B Nazanin" panose="00000400000000000000" pitchFamily="2" charset="-78"/>
              </a:rPr>
              <a:t> و Pose Estimation</a:t>
            </a:r>
          </a:p>
          <a:p>
            <a:pPr algn="ctr" rtl="1"/>
            <a:r>
              <a:rPr dirty="0" err="1">
                <a:cs typeface="B Nazanin" panose="00000400000000000000" pitchFamily="2" charset="-78"/>
              </a:rPr>
              <a:t>مدل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سبک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سریع</a:t>
            </a:r>
            <a:r>
              <a:rPr dirty="0">
                <a:cs typeface="B Nazanin" panose="00000400000000000000" pitchFamily="2" charset="-78"/>
              </a:rPr>
              <a:t> و </a:t>
            </a:r>
            <a:r>
              <a:rPr dirty="0" err="1">
                <a:cs typeface="B Nazanin" panose="00000400000000000000" pitchFamily="2" charset="-78"/>
              </a:rPr>
              <a:t>قابل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اجرا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در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Colab</a:t>
            </a:r>
            <a:endParaRPr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731520"/>
            <a:ext cx="6347713" cy="1198880"/>
          </a:xfrm>
        </p:spPr>
        <p:txBody>
          <a:bodyPr/>
          <a:lstStyle/>
          <a:p>
            <a:pPr algn="ctr" rtl="1"/>
            <a:r>
              <a:rPr dirty="0" err="1">
                <a:cs typeface="B Titr" panose="00000700000000000000" pitchFamily="2" charset="-78"/>
              </a:rPr>
              <a:t>مرحله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اول</a:t>
            </a:r>
            <a:r>
              <a:rPr dirty="0">
                <a:cs typeface="B Titr" panose="00000700000000000000" pitchFamily="2" charset="-78"/>
              </a:rPr>
              <a:t>: </a:t>
            </a:r>
            <a:r>
              <a:rPr dirty="0" err="1">
                <a:cs typeface="B Titr" panose="00000700000000000000" pitchFamily="2" charset="-78"/>
              </a:rPr>
              <a:t>داده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متنی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1"/>
            <a:r>
              <a:rPr dirty="0" err="1">
                <a:cs typeface="B Nazanin" panose="00000400000000000000" pitchFamily="2" charset="-78"/>
              </a:rPr>
              <a:t>ویژگی‌ها:سن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قد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وزن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اسپرینت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پرش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عمودی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کوپر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چابکی</a:t>
            </a:r>
            <a:endParaRPr dirty="0">
              <a:cs typeface="B Nazanin" panose="00000400000000000000" pitchFamily="2" charset="-78"/>
            </a:endParaRPr>
          </a:p>
          <a:p>
            <a:pPr algn="ctr" rtl="1"/>
            <a:r>
              <a:rPr dirty="0" err="1">
                <a:cs typeface="B Nazanin" panose="00000400000000000000" pitchFamily="2" charset="-78"/>
              </a:rPr>
              <a:t>خروجی</a:t>
            </a:r>
            <a:r>
              <a:rPr dirty="0">
                <a:cs typeface="B Nazanin" panose="00000400000000000000" pitchFamily="2" charset="-78"/>
              </a:rPr>
              <a:t>: </a:t>
            </a:r>
            <a:r>
              <a:rPr dirty="0" err="1">
                <a:cs typeface="B Nazanin" panose="00000400000000000000" pitchFamily="2" charset="-78"/>
              </a:rPr>
              <a:t>پیشنهاد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پست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مناسب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(</a:t>
            </a:r>
            <a:r>
              <a:rPr dirty="0" err="1">
                <a:cs typeface="B Nazanin" panose="00000400000000000000" pitchFamily="2" charset="-78"/>
              </a:rPr>
              <a:t>دروازه‌بان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مدافع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هافبک</a:t>
            </a:r>
            <a:r>
              <a:rPr dirty="0">
                <a:cs typeface="B Nazanin" panose="00000400000000000000" pitchFamily="2" charset="-78"/>
              </a:rPr>
              <a:t>، </a:t>
            </a:r>
            <a:r>
              <a:rPr dirty="0" err="1">
                <a:cs typeface="B Nazanin" panose="00000400000000000000" pitchFamily="2" charset="-78"/>
              </a:rPr>
              <a:t>مهاجم</a:t>
            </a:r>
            <a:r>
              <a:rPr lang="fa-IR" dirty="0">
                <a:cs typeface="B Nazanin" panose="00000400000000000000" pitchFamily="2" charset="-78"/>
              </a:rPr>
              <a:t>)</a:t>
            </a:r>
            <a:endParaRPr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>
                <a:cs typeface="B Titr" panose="00000700000000000000" pitchFamily="2" charset="-78"/>
              </a:rPr>
              <a:t>مرحله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دوم</a:t>
            </a:r>
            <a:r>
              <a:rPr dirty="0">
                <a:cs typeface="B Titr" panose="00000700000000000000" pitchFamily="2" charset="-78"/>
              </a:rPr>
              <a:t>: Pose Detection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1"/>
            <a:r>
              <a:rPr dirty="0" err="1">
                <a:cs typeface="B Nazanin" panose="00000400000000000000" pitchFamily="2" charset="-78"/>
              </a:rPr>
              <a:t>استفاده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از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MoveNet</a:t>
            </a:r>
            <a:r>
              <a:rPr dirty="0">
                <a:cs typeface="B Nazanin" panose="00000400000000000000" pitchFamily="2" charset="-78"/>
              </a:rPr>
              <a:t> Lightning (TensorFlow Lite)</a:t>
            </a:r>
          </a:p>
          <a:p>
            <a:pPr algn="ctr" rtl="1"/>
            <a:r>
              <a:rPr lang="fa-IR" dirty="0">
                <a:cs typeface="B Nazanin" panose="00000400000000000000" pitchFamily="2" charset="-78"/>
              </a:rPr>
              <a:t>استخراج</a:t>
            </a:r>
            <a:r>
              <a:rPr lang="en-US" dirty="0" err="1">
                <a:cs typeface="B Nazanin" panose="00000400000000000000" pitchFamily="2" charset="-78"/>
              </a:rPr>
              <a:t>Keypoints</a:t>
            </a:r>
            <a:r>
              <a:rPr lang="en-US" dirty="0">
                <a:cs typeface="B Nazanin" panose="00000400000000000000" pitchFamily="2" charset="-78"/>
              </a:rPr>
              <a:t> </a:t>
            </a:r>
            <a:r>
              <a:rPr lang="fa-IR" dirty="0">
                <a:cs typeface="B Nazanin" panose="00000400000000000000" pitchFamily="2" charset="-78"/>
              </a:rPr>
              <a:t> بدن</a:t>
            </a:r>
            <a:endParaRPr dirty="0">
              <a:cs typeface="B Nazanin" panose="00000400000000000000" pitchFamily="2" charset="-78"/>
            </a:endParaRPr>
          </a:p>
          <a:p>
            <a:pPr algn="ctr" rtl="1"/>
            <a:r>
              <a:rPr dirty="0" err="1">
                <a:cs typeface="B Nazanin" panose="00000400000000000000" pitchFamily="2" charset="-78"/>
              </a:rPr>
              <a:t>محاسبه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hip_sway</a:t>
            </a:r>
            <a:r>
              <a:rPr lang="fa-IR"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برای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تحلیل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تعادل</a:t>
            </a:r>
            <a:endParaRPr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>
                <a:cs typeface="B Titr" panose="00000700000000000000" pitchFamily="2" charset="-78"/>
              </a:rPr>
              <a:t>مرحله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سوم</a:t>
            </a:r>
            <a:r>
              <a:rPr dirty="0">
                <a:cs typeface="B Titr" panose="00000700000000000000" pitchFamily="2" charset="-78"/>
              </a:rPr>
              <a:t>: </a:t>
            </a:r>
            <a:r>
              <a:rPr dirty="0" err="1">
                <a:cs typeface="B Titr" panose="00000700000000000000" pitchFamily="2" charset="-78"/>
              </a:rPr>
              <a:t>استعداد‌یابی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1"/>
            <a:r>
              <a:rPr dirty="0" err="1"/>
              <a:t>مدلLogistic</a:t>
            </a:r>
            <a:r>
              <a:rPr dirty="0"/>
              <a:t> Regression </a:t>
            </a:r>
            <a:r>
              <a:rPr lang="fa-IR" dirty="0"/>
              <a:t> </a:t>
            </a:r>
            <a:r>
              <a:rPr dirty="0" err="1"/>
              <a:t>برای</a:t>
            </a:r>
            <a:r>
              <a:rPr dirty="0"/>
              <a:t> </a:t>
            </a:r>
            <a:r>
              <a:rPr dirty="0" err="1"/>
              <a:t>قبولی</a:t>
            </a:r>
            <a:r>
              <a:rPr dirty="0"/>
              <a:t> </a:t>
            </a:r>
            <a:r>
              <a:rPr dirty="0" err="1"/>
              <a:t>آکادمی</a:t>
            </a:r>
            <a:endParaRPr dirty="0"/>
          </a:p>
          <a:p>
            <a:pPr algn="ctr" rtl="1"/>
            <a:r>
              <a:rPr dirty="0" err="1"/>
              <a:t>مدلRidge</a:t>
            </a:r>
            <a:r>
              <a:rPr dirty="0"/>
              <a:t> Regression </a:t>
            </a:r>
            <a:r>
              <a:rPr lang="fa-IR" dirty="0"/>
              <a:t> </a:t>
            </a:r>
            <a:r>
              <a:rPr dirty="0" err="1"/>
              <a:t>برای</a:t>
            </a:r>
            <a:r>
              <a:rPr dirty="0"/>
              <a:t> Speed / Power / Endurance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>
                <a:cs typeface="B Titr" panose="00000700000000000000" pitchFamily="2" charset="-78"/>
              </a:rPr>
              <a:t>مزایا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1"/>
            <a:r>
              <a:rPr dirty="0" err="1">
                <a:cs typeface="B Nazanin" panose="00000400000000000000" pitchFamily="2" charset="-78"/>
              </a:rPr>
              <a:t>عدم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وابستگی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به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MediaPipe</a:t>
            </a:r>
            <a:endParaRPr dirty="0">
              <a:cs typeface="B Nazanin" panose="00000400000000000000" pitchFamily="2" charset="-78"/>
            </a:endParaRPr>
          </a:p>
          <a:p>
            <a:pPr algn="ctr" rtl="1"/>
            <a:r>
              <a:rPr dirty="0" err="1">
                <a:cs typeface="B Nazanin" panose="00000400000000000000" pitchFamily="2" charset="-78"/>
              </a:rPr>
              <a:t>سازگار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با</a:t>
            </a:r>
            <a:r>
              <a:rPr dirty="0">
                <a:cs typeface="B Nazanin" panose="00000400000000000000" pitchFamily="2" charset="-78"/>
              </a:rPr>
              <a:t> Python 3.12</a:t>
            </a:r>
          </a:p>
          <a:p>
            <a:pPr algn="ctr" rtl="1"/>
            <a:r>
              <a:rPr dirty="0" err="1">
                <a:cs typeface="B Nazanin" panose="00000400000000000000" pitchFamily="2" charset="-78"/>
              </a:rPr>
              <a:t>مدل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سبک</a:t>
            </a:r>
            <a:r>
              <a:rPr dirty="0">
                <a:cs typeface="B Nazanin" panose="00000400000000000000" pitchFamily="2" charset="-78"/>
              </a:rPr>
              <a:t> و </a:t>
            </a:r>
            <a:r>
              <a:rPr dirty="0" err="1">
                <a:cs typeface="B Nazanin" panose="00000400000000000000" pitchFamily="2" charset="-78"/>
              </a:rPr>
              <a:t>قابل</a:t>
            </a:r>
            <a:r>
              <a:rPr dirty="0">
                <a:cs typeface="B Nazanin" panose="00000400000000000000" pitchFamily="2" charset="-78"/>
              </a:rPr>
              <a:t> </a:t>
            </a:r>
            <a:r>
              <a:rPr dirty="0" err="1">
                <a:cs typeface="B Nazanin" panose="00000400000000000000" pitchFamily="2" charset="-78"/>
              </a:rPr>
              <a:t>حمل</a:t>
            </a:r>
            <a:endParaRPr dirty="0">
              <a:cs typeface="B Nazanin" panose="00000400000000000000" pitchFamily="2" charset="-78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rtl="1"/>
            <a:r>
              <a:rPr dirty="0" err="1">
                <a:cs typeface="B Titr" panose="00000700000000000000" pitchFamily="2" charset="-78"/>
              </a:rPr>
              <a:t>مراجع</a:t>
            </a:r>
            <a:r>
              <a:rPr dirty="0">
                <a:cs typeface="B Titr" panose="00000700000000000000" pitchFamily="2" charset="-78"/>
              </a:rPr>
              <a:t> </a:t>
            </a:r>
            <a:r>
              <a:rPr dirty="0" err="1">
                <a:cs typeface="B Titr" panose="00000700000000000000" pitchFamily="2" charset="-78"/>
              </a:rPr>
              <a:t>علمی</a:t>
            </a:r>
            <a:endParaRPr dirty="0">
              <a:cs typeface="B Titr" panose="00000700000000000000" pitchFamily="2" charset="-78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 rtl="1"/>
            <a:r>
              <a:rPr dirty="0">
                <a:cs typeface="B Nazanin" panose="00000400000000000000" pitchFamily="2" charset="-78"/>
              </a:rPr>
              <a:t>TensorFlow </a:t>
            </a:r>
            <a:r>
              <a:rPr dirty="0" err="1">
                <a:cs typeface="B Nazanin" panose="00000400000000000000" pitchFamily="2" charset="-78"/>
              </a:rPr>
              <a:t>MoveNet</a:t>
            </a:r>
            <a:r>
              <a:rPr dirty="0">
                <a:cs typeface="B Nazanin" panose="00000400000000000000" pitchFamily="2" charset="-78"/>
              </a:rPr>
              <a:t>:</a:t>
            </a:r>
          </a:p>
          <a:p>
            <a:pPr algn="ctr" rtl="1"/>
            <a:r>
              <a:rPr dirty="0">
                <a:cs typeface="B Nazanin" panose="00000400000000000000" pitchFamily="2" charset="-78"/>
              </a:rPr>
              <a:t>https://www.tensorflow.org/hub/tutorials/movenet</a:t>
            </a:r>
          </a:p>
          <a:p>
            <a:pPr algn="ctr" rtl="1"/>
            <a:r>
              <a:rPr dirty="0">
                <a:cs typeface="B Nazanin" panose="00000400000000000000" pitchFamily="2" charset="-78"/>
              </a:rPr>
              <a:t>Scikit-learn Documentation</a:t>
            </a:r>
          </a:p>
          <a:p>
            <a:pPr algn="ctr" rtl="1"/>
            <a:r>
              <a:rPr dirty="0">
                <a:cs typeface="B Nazanin" panose="00000400000000000000" pitchFamily="2" charset="-78"/>
              </a:rPr>
              <a:t>Human Pose Estimation Survey (CVPR)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14</TotalTime>
  <Words>175</Words>
  <Application>Microsoft Office PowerPoint</Application>
  <PresentationFormat>On-screen Show (4:3)</PresentationFormat>
  <Paragraphs>29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 Nazanin</vt:lpstr>
      <vt:lpstr>B Titr</vt:lpstr>
      <vt:lpstr>Trebuchet MS</vt:lpstr>
      <vt:lpstr>Wingdings 3</vt:lpstr>
      <vt:lpstr>Facet</vt:lpstr>
      <vt:lpstr>استعداد‌یابی ورزشی رشته فوتبال  با یادگیری ماشین</vt:lpstr>
      <vt:lpstr>هدف پروژه</vt:lpstr>
      <vt:lpstr>مرحله اول: داده متنی</vt:lpstr>
      <vt:lpstr>مرحله دوم: Pose Detection</vt:lpstr>
      <vt:lpstr>مرحله سوم: استعداد‌یابی</vt:lpstr>
      <vt:lpstr>مزایا</vt:lpstr>
      <vt:lpstr>مراجع علمی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Ali</dc:creator>
  <cp:keywords/>
  <dc:description>generated using python-pptx</dc:description>
  <cp:lastModifiedBy>Ali Elahy</cp:lastModifiedBy>
  <cp:revision>2</cp:revision>
  <dcterms:created xsi:type="dcterms:W3CDTF">2013-01-27T09:14:16Z</dcterms:created>
  <dcterms:modified xsi:type="dcterms:W3CDTF">2025-12-27T21:05:39Z</dcterms:modified>
  <cp:category/>
</cp:coreProperties>
</file>